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Legal &amp; Tax Assistant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AI System on Microsoft Foundry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1097280" cy="10972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560320"/>
            <a:ext cx="731520" cy="73152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108960"/>
            <a:ext cx="640080" cy="6400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 |  Azure Container Apps  |  Azure Cosmos DB  |  MCP Protocol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High-Level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645920"/>
            <a:ext cx="1645920" cy="54864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Experts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Experts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77440" y="914400"/>
            <a:ext cx="4206240" cy="3840480"/>
          </a:xfrm>
          <a:prstGeom prst="rect">
            <a:avLst/>
          </a:prstGeom>
          <a:solidFill>
            <a:srgbClr val="F0ECFA"/>
          </a:solidFill>
          <a:ln w="19050">
            <a:solidFill>
              <a:srgbClr val="5C2D91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2377440" y="960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2D9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Foundry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34640" y="137160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34640" y="1371600"/>
            <a:ext cx="3291840" cy="54864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LegalTaxOrchestrator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747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Agent | ResponsesHostServer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7472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FoundryChatClient | Agent Framework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560320" y="29260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560320" y="2926080"/>
            <a:ext cx="1417320" cy="45720"/>
          </a:xfrm>
          <a:prstGeom prst="rect">
            <a:avLst/>
          </a:prstGeom>
          <a:solidFill>
            <a:srgbClr val="00B7C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1089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60320" y="3657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Classifier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069080" y="29260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069080" y="2926080"/>
            <a:ext cx="1417320" cy="45720"/>
          </a:xfrm>
          <a:prstGeom prst="rect">
            <a:avLst/>
          </a:prstGeom>
          <a:solidFill>
            <a:srgbClr val="00B7C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1089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69080" y="3657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Requestor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577840" y="2926080"/>
            <a:ext cx="1417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77840" y="2926080"/>
            <a:ext cx="1417320" cy="45720"/>
          </a:xfrm>
          <a:prstGeom prst="rect">
            <a:avLst/>
          </a:prstGeom>
          <a:solidFill>
            <a:srgbClr val="00B7C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10896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3657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577840" y="4114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Tax Agent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7132320" y="1645920"/>
            <a:ext cx="1737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132320" y="1645920"/>
            <a:ext cx="1737360" cy="54864"/>
          </a:xfrm>
          <a:prstGeom prst="rect">
            <a:avLst/>
          </a:prstGeom>
          <a:solidFill>
            <a:srgbClr val="107C1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82880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32320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132320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FastMCP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132320" y="3383280"/>
            <a:ext cx="1737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132320" y="3383280"/>
            <a:ext cx="1737360" cy="54864"/>
          </a:xfrm>
          <a:prstGeom prst="rect">
            <a:avLst/>
          </a:prstGeom>
          <a:solidFill>
            <a:srgbClr val="D83B0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3566160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13232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Cosmos DB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7132320" y="4251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| Requests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| Audit</a:t>
            </a:r>
            <a:endParaRPr lang="en-US" sz="9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20624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44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— Managed Identity &amp; RBAC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Orchestration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08760" cy="32918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50876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3258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310896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via Responses Protocol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57400" y="1097280"/>
            <a:ext cx="1508760" cy="32918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57400" y="1097280"/>
            <a:ext cx="1508760" cy="54864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1325880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0116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0312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Identify &amp; Classify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103120" y="310896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OBO Token → ClassifierAgent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get_user_role (MCP)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749040" y="1097280"/>
            <a:ext cx="1508760" cy="32918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49040" y="1097280"/>
            <a:ext cx="150876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20" name="Shape 16"/>
          <p:cNvSpPr/>
          <p:nvPr/>
        </p:nvSpPr>
        <p:spPr>
          <a:xfrm>
            <a:off x="4251960" y="1325880"/>
            <a:ext cx="502920" cy="502920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21" name="Text 17"/>
          <p:cNvSpPr/>
          <p:nvPr/>
        </p:nvSpPr>
        <p:spPr>
          <a:xfrm>
            <a:off x="42519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01168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9476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 to Specialist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794760" y="310896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RequestorAgent / LegalAgent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TaxAgent based on role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40680" y="1097280"/>
            <a:ext cx="1508760" cy="32918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40680" y="1097280"/>
            <a:ext cx="1508760" cy="54864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7" name="Shape 22"/>
          <p:cNvSpPr/>
          <p:nvPr/>
        </p:nvSpPr>
        <p:spPr>
          <a:xfrm>
            <a:off x="5943600" y="1325880"/>
            <a:ext cx="502920" cy="502920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8" name="Text 23"/>
          <p:cNvSpPr/>
          <p:nvPr/>
        </p:nvSpPr>
        <p:spPr>
          <a:xfrm>
            <a:off x="59436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01168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Tool Calls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0" y="310896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create_request, add_questions,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submit_answer, etc.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132320" y="1097280"/>
            <a:ext cx="1508760" cy="32918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132320" y="1097280"/>
            <a:ext cx="1508760" cy="54864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4" name="Shape 28"/>
          <p:cNvSpPr/>
          <p:nvPr/>
        </p:nvSpPr>
        <p:spPr>
          <a:xfrm>
            <a:off x="7635240" y="1325880"/>
            <a:ext cx="502920" cy="502920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35" name="Text 29"/>
          <p:cNvSpPr/>
          <p:nvPr/>
        </p:nvSpPr>
        <p:spPr>
          <a:xfrm>
            <a:off x="76352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011680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17804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Persist to Cosmos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178040" y="310896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+ Audit Trail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all operations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755648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3"/>
          <p:cNvSpPr/>
          <p:nvPr/>
        </p:nvSpPr>
        <p:spPr>
          <a:xfrm>
            <a:off x="3447288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5138928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35"/>
          <p:cNvSpPr/>
          <p:nvPr/>
        </p:nvSpPr>
        <p:spPr>
          <a:xfrm>
            <a:off x="6830568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 &amp; Data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Tools (FastMCP)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get_user_role — User identity lookup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create_request — New request creation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add_questions_to_request — Question categorization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send_request — Auto-assign to experts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get_assigned_questions — Expert queue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submit_answer — Expert response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mark_question_submitted — Finalize answer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get_requests_by_user — Request history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get_request_status — Status tracking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3B0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Cosmos DB Collections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840480" cy="7772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280160"/>
            <a:ext cx="54864" cy="77724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email, displayName, role, expertType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2148840"/>
            <a:ext cx="3840480" cy="7772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148840"/>
            <a:ext cx="54864" cy="77724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requestorEmail, title, status, timestamps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3840480" cy="7772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017520"/>
            <a:ext cx="54864" cy="77724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requestId, questionText, type, assignedTo,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3886200"/>
            <a:ext cx="3840480" cy="77724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886200"/>
            <a:ext cx="54864" cy="77724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AuditLog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entityType, entityId, action, performedBy, timestamp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231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82880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57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2D9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&amp; Agents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 (Hosted Agent)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Framework + FoundryChatClient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GPT-5.4 Model Deployment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Agents (YAML-defined)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45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Container Apps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Cosmos DB (NoSQL)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 IaC (azd)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Containers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82880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4023360" cy="4572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Protocol (FastMCP)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Streamable HTTP Transport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Responses Protocol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OpenTelemetry Tracing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828800"/>
          </a:xfrm>
          <a:prstGeom prst="rect">
            <a:avLst/>
          </a:prstGeom>
          <a:solidFill>
            <a:srgbClr val="F3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023360" cy="45720"/>
          </a:xfrm>
          <a:prstGeom prst="rect">
            <a:avLst/>
          </a:prstGeom>
          <a:solidFill>
            <a:srgbClr val="1B1A1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A1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520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 (RBAC)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DefaultAzureCredential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OBO Token 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Legal &amp; Tax Assistant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multi-agent orchestration powered by Microsoft Foundry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Agents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7432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Agent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9+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Tools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Collections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&amp; Tax Assistant - Solution Architecture</dc:title>
  <dc:subject>PptxGenJS Presentation</dc:subject>
  <dc:creator>LegalTaxAssistant</dc:creator>
  <cp:lastModifiedBy>LegalTaxAssistant</cp:lastModifiedBy>
  <cp:revision>1</cp:revision>
  <dcterms:created xsi:type="dcterms:W3CDTF">2026-05-14T16:50:06Z</dcterms:created>
  <dcterms:modified xsi:type="dcterms:W3CDTF">2026-05-14T16:50:06Z</dcterms:modified>
</cp:coreProperties>
</file>